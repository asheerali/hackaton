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4"/>
  </p:sldMasterIdLst>
  <p:notesMasterIdLst>
    <p:notesMasterId r:id="rId11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x="18288000" cy="10287000"/>
  <p:notesSz cx="10287000" cy="1828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19957C-7657-8FCA-B536-A9A03883E359}" v="13" dt="2026-09-08T10:09:21.3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90"/>
    <p:restoredTop sz="96164"/>
  </p:normalViewPr>
  <p:slideViewPr>
    <p:cSldViewPr snapToGrid="0" snapToObjects="1">
      <p:cViewPr varScale="1">
        <p:scale>
          <a:sx n="81" d="100"/>
          <a:sy n="81" d="100"/>
        </p:scale>
        <p:origin x="7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andro Ceccarini" userId="S::aceccarini@tesla.com::6056f8a8-cabe-41eb-a77e-f73f8266c6f5" providerId="AD" clId="Web-{7719957C-7657-8FCA-B536-A9A03883E359}"/>
    <pc:docChg chg="modSld">
      <pc:chgData name="Alessandro Ceccarini" userId="S::aceccarini@tesla.com::6056f8a8-cabe-41eb-a77e-f73f8266c6f5" providerId="AD" clId="Web-{7719957C-7657-8FCA-B536-A9A03883E359}" dt="2026-09-08T10:09:20.225" v="0"/>
      <pc:docMkLst>
        <pc:docMk/>
      </pc:docMkLst>
      <pc:sldChg chg="modSp">
        <pc:chgData name="Alessandro Ceccarini" userId="S::aceccarini@tesla.com::6056f8a8-cabe-41eb-a77e-f73f8266c6f5" providerId="AD" clId="Web-{7719957C-7657-8FCA-B536-A9A03883E359}" dt="2026-09-08T10:09:20.225" v="0"/>
        <pc:sldMkLst>
          <pc:docMk/>
          <pc:sldMk cId="0" sldId="257"/>
        </pc:sldMkLst>
        <pc:graphicFrameChg chg="modGraphic">
          <ac:chgData name="Alessandro Ceccarini" userId="S::aceccarini@tesla.com::6056f8a8-cabe-41eb-a77e-f73f8266c6f5" providerId="AD" clId="Web-{7719957C-7657-8FCA-B536-A9A03883E359}" dt="2026-09-08T10:09:20.225" v="0"/>
          <ac:graphicFrameMkLst>
            <pc:docMk/>
            <pc:sldMk cId="0" sldId="257"/>
            <ac:graphicFrameMk id="4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4171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4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090392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249173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7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77796486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7"/>
            <a:ext cx="7772400" cy="65270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7"/>
            <a:ext cx="7772400" cy="65270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922953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514421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902905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4459960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170798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4633146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25160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7"/>
            <a:ext cx="3943350" cy="871775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7"/>
            <a:ext cx="11601450" cy="871775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605219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column + 1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C6925BB1-FD97-2FD7-6FDF-1670E2B6EF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99200" y="355600"/>
            <a:ext cx="11593513" cy="90360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  <a:latin typeface="Universal Sans Display" panose="02000000000000000000" pitchFamily="2" charset="0"/>
              </a:defRPr>
            </a:lvl1pPr>
          </a:lstStyle>
          <a:p>
            <a:endParaRPr lang="en-DE" dirty="0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F7990C2A-3913-DE3A-735C-E92AD28652E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3050" y="255588"/>
            <a:ext cx="5618084" cy="132455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4200" b="0" i="0">
                <a:solidFill>
                  <a:schemeClr val="tx1"/>
                </a:solidFill>
                <a:latin typeface="Universal Sans Text" panose="02000000000000000000" pitchFamily="2" charset="0"/>
              </a:defRPr>
            </a:lvl1pPr>
          </a:lstStyle>
          <a:p>
            <a:pPr lvl="0"/>
            <a:r>
              <a:rPr lang="en-GB" dirty="0"/>
              <a:t>Title</a:t>
            </a:r>
            <a:endParaRPr lang="en-DE" dirty="0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E9DFB2C6-70A6-CCFE-C31F-C2F85A6293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338" y="1971090"/>
            <a:ext cx="5618082" cy="742056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600" b="0" i="0">
                <a:solidFill>
                  <a:schemeClr val="bg1">
                    <a:lumMod val="50000"/>
                  </a:schemeClr>
                </a:solidFill>
                <a:latin typeface="Universal Sans Text" panose="02000000000000000000" pitchFamily="2" charset="0"/>
              </a:defRPr>
            </a:lvl1pPr>
          </a:lstStyle>
          <a:p>
            <a:pPr lvl="0"/>
            <a:r>
              <a:rPr lang="en-GB" dirty="0"/>
              <a:t>Body Copy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8541801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6">
          <p15:clr>
            <a:srgbClr val="FBAE40"/>
          </p15:clr>
        </p15:guide>
        <p15:guide id="2" pos="11271">
          <p15:clr>
            <a:srgbClr val="FBAE40"/>
          </p15:clr>
        </p15:guide>
        <p15:guide id="3" orient="horz" pos="6234">
          <p15:clr>
            <a:srgbClr val="FBAE40"/>
          </p15:clr>
        </p15:guide>
        <p15:guide id="4" orient="horz" pos="224">
          <p15:clr>
            <a:srgbClr val="FBAE40"/>
          </p15:clr>
        </p15:guide>
        <p15:guide id="5" pos="4875">
          <p15:clr>
            <a:srgbClr val="FBAE40"/>
          </p15:clr>
        </p15:guide>
        <p15:guide id="6" orient="horz" pos="5916">
          <p15:clr>
            <a:srgbClr val="FBAE40"/>
          </p15:clr>
        </p15:guide>
        <p15:guide id="7" pos="396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with Image at the bottom_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A3C64BBC-678A-CD5F-1BEC-4671364E4DC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9888" y="3464168"/>
            <a:ext cx="17522825" cy="6440243"/>
          </a:xfrm>
          <a:prstGeom prst="roundRect">
            <a:avLst>
              <a:gd name="adj" fmla="val 1555"/>
            </a:avLst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  <a:latin typeface="Universal Sans Display" panose="02000000000000000000" pitchFamily="2" charset="0"/>
              </a:defRPr>
            </a:lvl1pPr>
          </a:lstStyle>
          <a:p>
            <a:endParaRPr lang="en-DE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9972BCD7-5241-0AA1-0F5C-0BCD3D5878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6646" y="1632586"/>
            <a:ext cx="11348309" cy="672097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3600" b="0" i="0">
                <a:solidFill>
                  <a:schemeClr val="bg1">
                    <a:lumMod val="50000"/>
                  </a:schemeClr>
                </a:solidFill>
                <a:latin typeface="Universal Sans Text" panose="02000000000000000000" pitchFamily="2" charset="0"/>
              </a:defRPr>
            </a:lvl1pPr>
          </a:lstStyle>
          <a:p>
            <a:pPr lvl="0"/>
            <a:r>
              <a:rPr lang="en-GB" dirty="0"/>
              <a:t>Subtitle</a:t>
            </a:r>
            <a:endParaRPr lang="en-DE" dirty="0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6CAC450F-BEEB-50C5-B9C9-CFADF6A214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7120" y="222886"/>
            <a:ext cx="11348309" cy="132455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8000" b="0" i="0">
                <a:solidFill>
                  <a:schemeClr val="tx1"/>
                </a:solidFill>
                <a:latin typeface="Universal Sans Text" panose="02000000000000000000" pitchFamily="2" charset="0"/>
              </a:defRPr>
            </a:lvl1pPr>
          </a:lstStyle>
          <a:p>
            <a:pPr lvl="0"/>
            <a:r>
              <a:rPr lang="en-GB" dirty="0"/>
              <a:t>Cover</a:t>
            </a:r>
            <a:endParaRPr lang="en-DE" dirty="0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7B2E224E-7436-52D7-D981-6F446D1AFAD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67210" y="304582"/>
            <a:ext cx="5733927" cy="134837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Universal Sans Text" panose="02000000000000000000" pitchFamily="2" charset="0"/>
              </a:defRPr>
            </a:lvl1pPr>
          </a:lstStyle>
          <a:p>
            <a:pPr lvl="0"/>
            <a:r>
              <a:rPr lang="en-GB" dirty="0"/>
              <a:t>Small prints for disclaimer or notes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89975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6">
          <p15:clr>
            <a:srgbClr val="FBAE40"/>
          </p15:clr>
        </p15:guide>
        <p15:guide id="2" pos="11271">
          <p15:clr>
            <a:srgbClr val="FBAE40"/>
          </p15:clr>
        </p15:guide>
        <p15:guide id="3" orient="horz" pos="6234">
          <p15:clr>
            <a:srgbClr val="FBAE40"/>
          </p15:clr>
        </p15:guide>
        <p15:guide id="4" orient="horz" pos="224">
          <p15:clr>
            <a:srgbClr val="FBAE40"/>
          </p15:clr>
        </p15:guide>
        <p15:guide id="5" pos="4875">
          <p15:clr>
            <a:srgbClr val="FBAE40"/>
          </p15:clr>
        </p15:guide>
        <p15:guide id="6" orient="horz" pos="591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with Image at the bottom_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9972BCD7-5241-0AA1-0F5C-0BCD3D5878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6646" y="1632586"/>
            <a:ext cx="11348309" cy="672097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3600" b="0" i="0">
                <a:solidFill>
                  <a:schemeClr val="tx1">
                    <a:lumMod val="65000"/>
                  </a:schemeClr>
                </a:solidFill>
                <a:latin typeface="Universal Sans Text" panose="02000000000000000000" pitchFamily="2" charset="0"/>
              </a:defRPr>
            </a:lvl1pPr>
          </a:lstStyle>
          <a:p>
            <a:pPr lvl="0"/>
            <a:r>
              <a:rPr lang="en-GB" dirty="0"/>
              <a:t>Subtitle</a:t>
            </a:r>
            <a:endParaRPr lang="en-DE" dirty="0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6CAC450F-BEEB-50C5-B9C9-CFADF6A214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7120" y="222886"/>
            <a:ext cx="11348309" cy="132455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8000" b="0" i="0">
                <a:solidFill>
                  <a:schemeClr val="tx1"/>
                </a:solidFill>
                <a:latin typeface="Universal Sans Text" panose="02000000000000000000" pitchFamily="2" charset="0"/>
              </a:defRPr>
            </a:lvl1pPr>
          </a:lstStyle>
          <a:p>
            <a:pPr lvl="0"/>
            <a:r>
              <a:rPr lang="en-GB" dirty="0"/>
              <a:t>Cover</a:t>
            </a:r>
            <a:endParaRPr lang="en-DE" dirty="0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7B2E224E-7436-52D7-D981-6F446D1AFAD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67210" y="304582"/>
            <a:ext cx="5733927" cy="134837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Universal Sans Text" panose="02000000000000000000" pitchFamily="2" charset="0"/>
              </a:defRPr>
            </a:lvl1pPr>
          </a:lstStyle>
          <a:p>
            <a:pPr lvl="0"/>
            <a:r>
              <a:rPr lang="en-GB" dirty="0"/>
              <a:t>Small prints for disclaimer or notes</a:t>
            </a:r>
            <a:endParaRPr lang="en-DE" dirty="0"/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3CA2140B-BB35-572B-09C5-92737DF61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9888" y="3464168"/>
            <a:ext cx="17522825" cy="6440243"/>
          </a:xfrm>
          <a:prstGeom prst="roundRect">
            <a:avLst>
              <a:gd name="adj" fmla="val 1555"/>
            </a:avLst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lumMod val="50000"/>
                  </a:schemeClr>
                </a:solidFill>
                <a:latin typeface="Universal Sans Display" panose="02000000000000000000" pitchFamily="2" charset="0"/>
              </a:defRPr>
            </a:lvl1pPr>
          </a:lstStyle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215705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26">
          <p15:clr>
            <a:srgbClr val="FBAE40"/>
          </p15:clr>
        </p15:guide>
        <p15:guide id="2" pos="11271">
          <p15:clr>
            <a:srgbClr val="FBAE40"/>
          </p15:clr>
        </p15:guide>
        <p15:guide id="3" orient="horz" pos="6234">
          <p15:clr>
            <a:srgbClr val="FBAE40"/>
          </p15:clr>
        </p15:guide>
        <p15:guide id="4" orient="horz" pos="224">
          <p15:clr>
            <a:srgbClr val="FBAE40"/>
          </p15:clr>
        </p15:guide>
        <p15:guide id="5" pos="4875">
          <p15:clr>
            <a:srgbClr val="FBAE40"/>
          </p15:clr>
        </p15:guide>
        <p15:guide id="6" orient="horz" pos="591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with dark background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91C7FC-1C98-5EE5-6E24-691D1E7E89A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9888" y="355600"/>
            <a:ext cx="17522825" cy="9548812"/>
          </a:xfrm>
          <a:prstGeom prst="roundRect">
            <a:avLst>
              <a:gd name="adj" fmla="val 1555"/>
            </a:avLst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  <a:latin typeface="Universal Sans Display" panose="02000000000000000000" pitchFamily="2" charset="0"/>
              </a:defRPr>
            </a:lvl1pPr>
          </a:lstStyle>
          <a:p>
            <a:endParaRPr lang="en-DE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FDA06DAC-BAF7-5406-B74D-B83111405A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9288" y="709030"/>
            <a:ext cx="5399820" cy="1682478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Universal Sans Text" panose="02000000000000000000" pitchFamily="2" charset="0"/>
              </a:defRPr>
            </a:lvl1pPr>
          </a:lstStyle>
          <a:p>
            <a:pPr lvl="0"/>
            <a:r>
              <a:rPr lang="en-GB" dirty="0"/>
              <a:t>Small prints for disclaimer or notes</a:t>
            </a:r>
            <a:endParaRPr lang="en-DE" dirty="0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E9DFB2C6-70A6-CCFE-C31F-C2F85A6293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8338" y="8771940"/>
            <a:ext cx="11348309" cy="672097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3600" b="0" i="0">
                <a:solidFill>
                  <a:schemeClr val="bg1">
                    <a:lumMod val="65000"/>
                  </a:schemeClr>
                </a:solidFill>
                <a:latin typeface="Universal Sans Text" panose="02000000000000000000" pitchFamily="2" charset="0"/>
              </a:defRPr>
            </a:lvl1pPr>
          </a:lstStyle>
          <a:p>
            <a:pPr lvl="0"/>
            <a:r>
              <a:rPr lang="en-GB" dirty="0"/>
              <a:t>Subtitle</a:t>
            </a:r>
            <a:endParaRPr lang="en-DE" dirty="0"/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C2CDF75C-AD3C-D6CC-068B-3B5D51C4C5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12" y="7362240"/>
            <a:ext cx="11348309" cy="132455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8000" b="0" i="0">
                <a:solidFill>
                  <a:schemeClr val="bg1"/>
                </a:solidFill>
                <a:latin typeface="Universal Sans Text" panose="02000000000000000000" pitchFamily="2" charset="0"/>
              </a:defRPr>
            </a:lvl1pPr>
          </a:lstStyle>
          <a:p>
            <a:pPr lvl="0"/>
            <a:r>
              <a:rPr lang="en-GB" dirty="0"/>
              <a:t>Cover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841079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6">
          <p15:clr>
            <a:srgbClr val="FBAE40"/>
          </p15:clr>
        </p15:guide>
        <p15:guide id="2" pos="11271">
          <p15:clr>
            <a:srgbClr val="FBAE40"/>
          </p15:clr>
        </p15:guide>
        <p15:guide id="3" orient="horz" pos="6234">
          <p15:clr>
            <a:srgbClr val="FBAE40"/>
          </p15:clr>
        </p15:guide>
        <p15:guide id="4" orient="horz" pos="22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with light background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91C7FC-1C98-5EE5-6E24-691D1E7E89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0"/>
          </p:nvPr>
        </p:nvSpPr>
        <p:spPr>
          <a:xfrm>
            <a:off x="369888" y="355600"/>
            <a:ext cx="17522825" cy="9548812"/>
          </a:xfrm>
          <a:prstGeom prst="roundRect">
            <a:avLst>
              <a:gd name="adj" fmla="val 1555"/>
            </a:avLst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  <a:latin typeface="Universal Sans Display" panose="02000000000000000000" pitchFamily="2" charset="0"/>
              </a:defRPr>
            </a:lvl1pPr>
          </a:lstStyle>
          <a:p>
            <a:endParaRPr lang="en-DE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E9DFB2C6-70A6-CCFE-C31F-C2F85A6293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8338" y="8771940"/>
            <a:ext cx="11348309" cy="672097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3600" b="0" i="0">
                <a:solidFill>
                  <a:schemeClr val="bg1">
                    <a:lumMod val="50000"/>
                  </a:schemeClr>
                </a:solidFill>
                <a:latin typeface="Universal Sans Text" panose="02000000000000000000" pitchFamily="2" charset="0"/>
              </a:defRPr>
            </a:lvl1pPr>
          </a:lstStyle>
          <a:p>
            <a:pPr lvl="0"/>
            <a:r>
              <a:rPr lang="en-GB" dirty="0"/>
              <a:t>Subtitle</a:t>
            </a:r>
            <a:endParaRPr lang="en-DE" dirty="0"/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C2CDF75C-AD3C-D6CC-068B-3B5D51C4C5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12" y="7362240"/>
            <a:ext cx="11348309" cy="132455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8000" b="0" i="0">
                <a:solidFill>
                  <a:schemeClr val="tx1"/>
                </a:solidFill>
                <a:latin typeface="Universal Sans Text" panose="02000000000000000000" pitchFamily="2" charset="0"/>
              </a:defRPr>
            </a:lvl1pPr>
          </a:lstStyle>
          <a:p>
            <a:pPr lvl="0"/>
            <a:r>
              <a:rPr lang="en-GB" dirty="0"/>
              <a:t>Cover</a:t>
            </a:r>
            <a:endParaRPr lang="en-DE" dirty="0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4AD59F1F-9BA2-26DB-6059-53FF6DF4EC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9288" y="709030"/>
            <a:ext cx="5399820" cy="1682478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Universal Sans Text" panose="02000000000000000000" pitchFamily="2" charset="0"/>
              </a:defRPr>
            </a:lvl1pPr>
          </a:lstStyle>
          <a:p>
            <a:pPr lvl="0"/>
            <a:r>
              <a:rPr lang="en-GB" dirty="0"/>
              <a:t>Small prints for disclaimer or notes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9642206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6">
          <p15:clr>
            <a:srgbClr val="FBAE40"/>
          </p15:clr>
        </p15:guide>
        <p15:guide id="2" pos="11271">
          <p15:clr>
            <a:srgbClr val="FBAE40"/>
          </p15:clr>
        </p15:guide>
        <p15:guide id="3" orient="horz" pos="6234">
          <p15:clr>
            <a:srgbClr val="FBAE40"/>
          </p15:clr>
        </p15:guide>
        <p15:guide id="4" orient="horz" pos="22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without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C2CDF75C-AD3C-D6CC-068B-3B5D51C4C5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8775" y="7814678"/>
            <a:ext cx="11618366" cy="132455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8000" b="0" i="0">
                <a:solidFill>
                  <a:schemeClr val="tx1"/>
                </a:solidFill>
                <a:latin typeface="Universal Sans Text" panose="02000000000000000000" pitchFamily="2" charset="0"/>
              </a:defRPr>
            </a:lvl1pPr>
          </a:lstStyle>
          <a:p>
            <a:pPr lvl="0"/>
            <a:r>
              <a:rPr lang="en-GB" dirty="0"/>
              <a:t>Cover</a:t>
            </a:r>
            <a:endParaRPr lang="en-DE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2AF22377-C339-20C8-8CE4-949E5CBCA2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349" y="357338"/>
            <a:ext cx="5399820" cy="1682478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Universal Sans Text" panose="02000000000000000000" pitchFamily="2" charset="0"/>
              </a:defRPr>
            </a:lvl1pPr>
          </a:lstStyle>
          <a:p>
            <a:pPr lvl="0"/>
            <a:r>
              <a:rPr lang="en-GB" dirty="0"/>
              <a:t>Small prints for disclaimer or notes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5696316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26">
          <p15:clr>
            <a:srgbClr val="FBAE40"/>
          </p15:clr>
        </p15:guide>
        <p15:guide id="2" pos="11271">
          <p15:clr>
            <a:srgbClr val="FBAE40"/>
          </p15:clr>
        </p15:guide>
        <p15:guide id="3" orient="horz" pos="6234">
          <p15:clr>
            <a:srgbClr val="FBAE40"/>
          </p15:clr>
        </p15:guide>
        <p15:guide id="4" orient="horz" pos="22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-column + 1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C6925BB1-FD97-2FD7-6FDF-1670E2B6EF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246964" y="3462728"/>
            <a:ext cx="5645749" cy="592892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  <a:latin typeface="Universal Sans Display" panose="02000000000000000000" pitchFamily="2" charset="0"/>
              </a:defRPr>
            </a:lvl1pPr>
          </a:lstStyle>
          <a:p>
            <a:endParaRPr lang="en-DE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7A8F9326-4398-1500-9893-42DF737D9C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54751" y="3417757"/>
            <a:ext cx="5675312" cy="5973893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600" b="0" i="0">
                <a:solidFill>
                  <a:schemeClr val="bg1">
                    <a:lumMod val="50000"/>
                  </a:schemeClr>
                </a:solidFill>
                <a:latin typeface="Universal Sans Text" panose="02000000000000000000" pitchFamily="2" charset="0"/>
              </a:defRPr>
            </a:lvl1pPr>
          </a:lstStyle>
          <a:p>
            <a:pPr lvl="0"/>
            <a:r>
              <a:rPr lang="en-GB" dirty="0"/>
              <a:t>Body Copy</a:t>
            </a:r>
            <a:endParaRPr lang="en-DE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7E6AB51F-ECFD-2096-B5DC-B8377C5429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338" y="3417758"/>
            <a:ext cx="5684837" cy="5981075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600" b="0" i="0">
                <a:solidFill>
                  <a:schemeClr val="bg1">
                    <a:lumMod val="50000"/>
                  </a:schemeClr>
                </a:solidFill>
                <a:latin typeface="Universal Sans Text" panose="02000000000000000000" pitchFamily="2" charset="0"/>
              </a:defRPr>
            </a:lvl1pPr>
          </a:lstStyle>
          <a:p>
            <a:pPr lvl="0"/>
            <a:r>
              <a:rPr lang="en-GB" dirty="0"/>
              <a:t>Body Copy</a:t>
            </a:r>
            <a:endParaRPr lang="en-DE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ABFD405D-2C96-4D5A-EE84-46DBAB620D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3049" y="255587"/>
            <a:ext cx="7466013" cy="2967297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4200" b="0" i="0">
                <a:solidFill>
                  <a:schemeClr val="tx1"/>
                </a:solidFill>
                <a:latin typeface="Universal Sans Text" panose="02000000000000000000" pitchFamily="2" charset="0"/>
              </a:defRPr>
            </a:lvl1pPr>
          </a:lstStyle>
          <a:p>
            <a:pPr lvl="0"/>
            <a:r>
              <a:rPr lang="en-GB" dirty="0"/>
              <a:t>Title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944256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6">
          <p15:clr>
            <a:srgbClr val="FBAE40"/>
          </p15:clr>
        </p15:guide>
        <p15:guide id="2" pos="11271">
          <p15:clr>
            <a:srgbClr val="FBAE40"/>
          </p15:clr>
        </p15:guide>
        <p15:guide id="3" orient="horz" pos="6234">
          <p15:clr>
            <a:srgbClr val="FBAE40"/>
          </p15:clr>
        </p15:guide>
        <p15:guide id="4" orient="horz" pos="224">
          <p15:clr>
            <a:srgbClr val="FBAE40"/>
          </p15:clr>
        </p15:guide>
        <p15:guide id="5" pos="4875">
          <p15:clr>
            <a:srgbClr val="FBAE40"/>
          </p15:clr>
        </p15:guide>
        <p15:guide id="6" orient="horz" pos="5916">
          <p15:clr>
            <a:srgbClr val="FBAE40"/>
          </p15:clr>
        </p15:guide>
        <p15:guide id="7" pos="396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-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BE72009D-4083-41BD-1CE1-78B76847DA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172013" y="3387777"/>
            <a:ext cx="5720700" cy="6026046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600" b="0" i="0">
                <a:solidFill>
                  <a:schemeClr val="bg1">
                    <a:lumMod val="50000"/>
                  </a:schemeClr>
                </a:solidFill>
                <a:latin typeface="Universal Sans Text" panose="02000000000000000000" pitchFamily="2" charset="0"/>
              </a:defRPr>
            </a:lvl1pPr>
          </a:lstStyle>
          <a:p>
            <a:pPr lvl="0"/>
            <a:r>
              <a:rPr lang="en-GB" dirty="0"/>
              <a:t>Body Copy</a:t>
            </a:r>
            <a:endParaRPr lang="en-DE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547EDE32-274E-9511-E8E2-90CD055D556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3049" y="255587"/>
            <a:ext cx="7466013" cy="2967297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4200" b="0" i="0">
                <a:solidFill>
                  <a:schemeClr val="tx1"/>
                </a:solidFill>
                <a:latin typeface="Universal Sans Text" panose="02000000000000000000" pitchFamily="2" charset="0"/>
              </a:defRPr>
            </a:lvl1pPr>
          </a:lstStyle>
          <a:p>
            <a:pPr lvl="0"/>
            <a:r>
              <a:rPr lang="en-GB" dirty="0"/>
              <a:t>Title</a:t>
            </a:r>
            <a:endParaRPr lang="en-DE" dirty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6F711CE-2482-1DF9-DAAD-FCE8F81577B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54751" y="3417757"/>
            <a:ext cx="5675312" cy="5973893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600" b="0" i="0">
                <a:solidFill>
                  <a:schemeClr val="bg1">
                    <a:lumMod val="50000"/>
                  </a:schemeClr>
                </a:solidFill>
                <a:latin typeface="Universal Sans Text" panose="02000000000000000000" pitchFamily="2" charset="0"/>
              </a:defRPr>
            </a:lvl1pPr>
          </a:lstStyle>
          <a:p>
            <a:pPr lvl="0"/>
            <a:r>
              <a:rPr lang="en-GB" dirty="0"/>
              <a:t>Body Copy</a:t>
            </a:r>
            <a:endParaRPr lang="en-DE" dirty="0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316FA048-988F-50B7-F430-CA9009203BB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338" y="3417758"/>
            <a:ext cx="5684837" cy="5981075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600" b="0" i="0">
                <a:solidFill>
                  <a:schemeClr val="bg1">
                    <a:lumMod val="50000"/>
                  </a:schemeClr>
                </a:solidFill>
                <a:latin typeface="Universal Sans Text" panose="02000000000000000000" pitchFamily="2" charset="0"/>
              </a:defRPr>
            </a:lvl1pPr>
          </a:lstStyle>
          <a:p>
            <a:pPr lvl="0"/>
            <a:r>
              <a:rPr lang="en-GB" dirty="0"/>
              <a:t>Body Copy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7587022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6">
          <p15:clr>
            <a:srgbClr val="FBAE40"/>
          </p15:clr>
        </p15:guide>
        <p15:guide id="2" pos="11271">
          <p15:clr>
            <a:srgbClr val="FBAE40"/>
          </p15:clr>
        </p15:guide>
        <p15:guide id="3" orient="horz" pos="6234">
          <p15:clr>
            <a:srgbClr val="FBAE40"/>
          </p15:clr>
        </p15:guide>
        <p15:guide id="4" orient="horz" pos="224">
          <p15:clr>
            <a:srgbClr val="FBAE40"/>
          </p15:clr>
        </p15:guide>
        <p15:guide id="5" pos="4875">
          <p15:clr>
            <a:srgbClr val="FBAE40"/>
          </p15:clr>
        </p15:guide>
        <p15:guide id="6" orient="horz" pos="575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ultiple Image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29BDC26-9EB3-6647-8E49-A38AB8DA4A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15075" y="355600"/>
            <a:ext cx="11577638" cy="4426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  <a:latin typeface="Universal Sans Display" panose="02000000000000000000" pitchFamily="2" charset="0"/>
              </a:defRPr>
            </a:lvl1pPr>
          </a:lstStyle>
          <a:p>
            <a:endParaRPr lang="en-DE"/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3CADA712-FE59-7A8E-7441-8E64A1F412C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5075" y="5021005"/>
            <a:ext cx="5672138" cy="439211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  <a:latin typeface="Universal Sans Display" panose="02000000000000000000" pitchFamily="2" charset="0"/>
              </a:defRPr>
            </a:lvl1pPr>
          </a:lstStyle>
          <a:p>
            <a:endParaRPr lang="en-DE"/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3265E4AA-14D4-8346-D246-07A6DE334C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234863" y="5006715"/>
            <a:ext cx="5672138" cy="439211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  <a:latin typeface="Universal Sans Display" panose="02000000000000000000" pitchFamily="2" charset="0"/>
              </a:defRPr>
            </a:lvl1pPr>
          </a:lstStyle>
          <a:p>
            <a:endParaRPr lang="en-DE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58C19AD3-B398-2CBE-E4A8-1D53149A3C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3050" y="255587"/>
            <a:ext cx="5738006" cy="2967297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4200" b="0" i="0">
                <a:solidFill>
                  <a:schemeClr val="tx1"/>
                </a:solidFill>
                <a:latin typeface="Universal Sans Text" panose="02000000000000000000" pitchFamily="2" charset="0"/>
              </a:defRPr>
            </a:lvl1pPr>
          </a:lstStyle>
          <a:p>
            <a:pPr lvl="0"/>
            <a:r>
              <a:rPr lang="en-GB" dirty="0"/>
              <a:t>Title</a:t>
            </a:r>
            <a:endParaRPr lang="en-DE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8DF7BA70-75CB-8E41-3660-9C1D20B06A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338" y="3417758"/>
            <a:ext cx="5684837" cy="5981075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600" b="0" i="0">
                <a:solidFill>
                  <a:schemeClr val="bg1">
                    <a:lumMod val="50000"/>
                  </a:schemeClr>
                </a:solidFill>
                <a:latin typeface="Universal Sans Text" panose="02000000000000000000" pitchFamily="2" charset="0"/>
              </a:defRPr>
            </a:lvl1pPr>
          </a:lstStyle>
          <a:p>
            <a:pPr lvl="0"/>
            <a:r>
              <a:rPr lang="en-GB" dirty="0"/>
              <a:t>Body Copy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3807831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6">
          <p15:clr>
            <a:srgbClr val="FBAE40"/>
          </p15:clr>
        </p15:guide>
        <p15:guide id="2" pos="11271">
          <p15:clr>
            <a:srgbClr val="FBAE40"/>
          </p15:clr>
        </p15:guide>
        <p15:guide id="3" orient="horz" pos="6234">
          <p15:clr>
            <a:srgbClr val="FBAE40"/>
          </p15:clr>
        </p15:guide>
        <p15:guide id="4" orient="horz" pos="224">
          <p15:clr>
            <a:srgbClr val="FBAE40"/>
          </p15:clr>
        </p15:guide>
        <p15:guide id="5" pos="4875">
          <p15:clr>
            <a:srgbClr val="FBAE40"/>
          </p15:clr>
        </p15:guide>
        <p15:guide id="6" orient="horz" pos="575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ultiple Image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F7990C2A-3913-DE3A-735C-E92AD28652E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3050" y="255587"/>
            <a:ext cx="5738006" cy="2967297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4200" b="0" i="0">
                <a:solidFill>
                  <a:schemeClr val="tx1"/>
                </a:solidFill>
                <a:latin typeface="Universal Sans Text" panose="02000000000000000000" pitchFamily="2" charset="0"/>
              </a:defRPr>
            </a:lvl1pPr>
          </a:lstStyle>
          <a:p>
            <a:pPr lvl="0"/>
            <a:r>
              <a:rPr lang="en-GB" dirty="0"/>
              <a:t>Title</a:t>
            </a:r>
            <a:endParaRPr lang="en-DE" dirty="0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E9DFB2C6-70A6-CCFE-C31F-C2F85A6293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338" y="3417758"/>
            <a:ext cx="5684837" cy="5981075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600" b="0" i="0">
                <a:solidFill>
                  <a:schemeClr val="bg1">
                    <a:lumMod val="50000"/>
                  </a:schemeClr>
                </a:solidFill>
                <a:latin typeface="Universal Sans Text" panose="02000000000000000000" pitchFamily="2" charset="0"/>
              </a:defRPr>
            </a:lvl1pPr>
          </a:lstStyle>
          <a:p>
            <a:pPr lvl="0"/>
            <a:r>
              <a:rPr lang="en-GB" dirty="0"/>
              <a:t>Body Copy</a:t>
            </a:r>
            <a:endParaRPr lang="en-DE" dirty="0"/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1C9E2D2C-C9C2-CE9C-74CE-2AB5ABA985F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15075" y="355599"/>
            <a:ext cx="5657850" cy="904323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  <a:latin typeface="Universal Sans Display" panose="02000000000000000000" pitchFamily="2" charset="0"/>
              </a:defRPr>
            </a:lvl1pPr>
          </a:lstStyle>
          <a:p>
            <a:endParaRPr lang="en-DE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6F4B4959-F043-E78B-107F-46AACD65C58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220575" y="355600"/>
            <a:ext cx="5672138" cy="285229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  <a:latin typeface="Universal Sans Display" panose="02000000000000000000" pitchFamily="2" charset="0"/>
              </a:defRPr>
            </a:lvl1pPr>
          </a:lstStyle>
          <a:p>
            <a:endParaRPr lang="en-DE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9302B9A-DCEE-1238-666B-DF16D526D8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234863" y="3477718"/>
            <a:ext cx="5672138" cy="593610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  <a:latin typeface="Universal Sans Display" panose="02000000000000000000" pitchFamily="2" charset="0"/>
              </a:defRPr>
            </a:lvl1pPr>
          </a:lstStyle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1384174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6">
          <p15:clr>
            <a:srgbClr val="FBAE40"/>
          </p15:clr>
        </p15:guide>
        <p15:guide id="2" pos="11271">
          <p15:clr>
            <a:srgbClr val="FBAE40"/>
          </p15:clr>
        </p15:guide>
        <p15:guide id="3" orient="horz" pos="6234">
          <p15:clr>
            <a:srgbClr val="FBAE40"/>
          </p15:clr>
        </p15:guide>
        <p15:guide id="4" orient="horz" pos="224">
          <p15:clr>
            <a:srgbClr val="FBAE40"/>
          </p15:clr>
        </p15:guide>
        <p15:guide id="5" pos="4875">
          <p15:clr>
            <a:srgbClr val="FBAE40"/>
          </p15:clr>
        </p15:guide>
        <p15:guide id="6" orient="horz" pos="5757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ultiple Images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1C9E2D2C-C9C2-CE9C-74CE-2AB5ABA985F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15075" y="355599"/>
            <a:ext cx="5657850" cy="597024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  <a:latin typeface="Universal Sans Display" panose="02000000000000000000" pitchFamily="2" charset="0"/>
              </a:defRPr>
            </a:lvl1pPr>
          </a:lstStyle>
          <a:p>
            <a:endParaRPr lang="en-DE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6F4B4959-F043-E78B-107F-46AACD65C58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220575" y="355600"/>
            <a:ext cx="5672138" cy="30305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  <a:latin typeface="Universal Sans Display" panose="02000000000000000000" pitchFamily="2" charset="0"/>
              </a:defRPr>
            </a:lvl1pPr>
          </a:lstStyle>
          <a:p>
            <a:endParaRPr lang="en-DE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9302B9A-DCEE-1238-666B-DF16D526D8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234863" y="3643313"/>
            <a:ext cx="5672138" cy="575552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  <a:latin typeface="Universal Sans Display" panose="02000000000000000000" pitchFamily="2" charset="0"/>
              </a:defRPr>
            </a:lvl1pPr>
          </a:lstStyle>
          <a:p>
            <a:endParaRPr lang="en-DE" dirty="0"/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5D8053DE-837D-DFAA-D574-40149EBD9E0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17573" y="6565691"/>
            <a:ext cx="2676525" cy="281815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  <a:latin typeface="Universal Sans Display" panose="02000000000000000000" pitchFamily="2" charset="0"/>
              </a:defRPr>
            </a:lvl1pPr>
          </a:lstStyle>
          <a:p>
            <a:endParaRPr lang="en-DE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1AC7EA0-507C-539B-153F-4DC2053504E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88124" y="6568189"/>
            <a:ext cx="2676525" cy="281815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  <a:latin typeface="Universal Sans Display" panose="02000000000000000000" pitchFamily="2" charset="0"/>
              </a:defRPr>
            </a:lvl1pPr>
          </a:lstStyle>
          <a:p>
            <a:endParaRPr lang="en-DE" dirty="0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3DF5C3C2-F4E6-4067-BDA6-B5E0CA3F26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3050" y="255587"/>
            <a:ext cx="5738006" cy="2967297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4200" b="0" i="0">
                <a:solidFill>
                  <a:schemeClr val="tx1"/>
                </a:solidFill>
                <a:latin typeface="Universal Sans Text" panose="02000000000000000000" pitchFamily="2" charset="0"/>
              </a:defRPr>
            </a:lvl1pPr>
          </a:lstStyle>
          <a:p>
            <a:pPr lvl="0"/>
            <a:r>
              <a:rPr lang="en-GB" dirty="0"/>
              <a:t>Title</a:t>
            </a:r>
            <a:endParaRPr lang="en-DE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625746E-F9D5-0A33-B390-4B174C290B0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338" y="3417758"/>
            <a:ext cx="5684837" cy="5981075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600" b="0" i="0">
                <a:solidFill>
                  <a:schemeClr val="bg1">
                    <a:lumMod val="50000"/>
                  </a:schemeClr>
                </a:solidFill>
                <a:latin typeface="Universal Sans Text" panose="02000000000000000000" pitchFamily="2" charset="0"/>
              </a:defRPr>
            </a:lvl1pPr>
          </a:lstStyle>
          <a:p>
            <a:pPr lvl="0"/>
            <a:r>
              <a:rPr lang="en-GB" dirty="0"/>
              <a:t>Body Copy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887612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6">
          <p15:clr>
            <a:srgbClr val="FBAE40"/>
          </p15:clr>
        </p15:guide>
        <p15:guide id="2" pos="11271">
          <p15:clr>
            <a:srgbClr val="FBAE40"/>
          </p15:clr>
        </p15:guide>
        <p15:guide id="3" orient="horz" pos="6234">
          <p15:clr>
            <a:srgbClr val="FBAE40"/>
          </p15:clr>
        </p15:guide>
        <p15:guide id="4" orient="horz" pos="224">
          <p15:clr>
            <a:srgbClr val="FBAE40"/>
          </p15:clr>
        </p15:guide>
        <p15:guide id="5" pos="4875">
          <p15:clr>
            <a:srgbClr val="FBAE40"/>
          </p15:clr>
        </p15:guide>
        <p15:guide id="6" orient="horz" pos="575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ro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9302B9A-DCEE-1238-666B-DF16D526D8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8775" y="355601"/>
            <a:ext cx="17548226" cy="902824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  <a:latin typeface="Universal Sans Display" panose="02000000000000000000" pitchFamily="2" charset="0"/>
              </a:defRPr>
            </a:lvl1pPr>
          </a:lstStyle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0295533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6">
          <p15:clr>
            <a:srgbClr val="FBAE40"/>
          </p15:clr>
        </p15:guide>
        <p15:guide id="2" pos="11271">
          <p15:clr>
            <a:srgbClr val="FBAE40"/>
          </p15:clr>
        </p15:guide>
        <p15:guide id="3" orient="horz" pos="6234">
          <p15:clr>
            <a:srgbClr val="FBAE40"/>
          </p15:clr>
        </p15:guide>
        <p15:guide id="4" orient="horz" pos="224">
          <p15:clr>
            <a:srgbClr val="FBAE40"/>
          </p15:clr>
        </p15:guide>
        <p15:guide id="5" pos="4875">
          <p15:clr>
            <a:srgbClr val="FBAE40"/>
          </p15:clr>
        </p15:guide>
        <p15:guide id="6" orient="horz" pos="5916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+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9302B9A-DCEE-1238-666B-DF16D526D8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8775" y="3492707"/>
            <a:ext cx="17548226" cy="589113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  <a:latin typeface="Universal Sans Display" panose="02000000000000000000" pitchFamily="2" charset="0"/>
              </a:defRPr>
            </a:lvl1pPr>
          </a:lstStyle>
          <a:p>
            <a:endParaRPr lang="en-DE" dirty="0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99BEEA86-642F-0E86-60E3-79E797E3A8F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3049" y="255587"/>
            <a:ext cx="11689101" cy="2952307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4200" b="0" i="0">
                <a:solidFill>
                  <a:schemeClr val="tx1"/>
                </a:solidFill>
                <a:latin typeface="Universal Sans Text" panose="02000000000000000000" pitchFamily="2" charset="0"/>
              </a:defRPr>
            </a:lvl1pPr>
          </a:lstStyle>
          <a:p>
            <a:pPr lvl="0"/>
            <a:r>
              <a:rPr lang="en-GB" dirty="0"/>
              <a:t>Title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318326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6">
          <p15:clr>
            <a:srgbClr val="FBAE40"/>
          </p15:clr>
        </p15:guide>
        <p15:guide id="2" pos="11271">
          <p15:clr>
            <a:srgbClr val="FBAE40"/>
          </p15:clr>
        </p15:guide>
        <p15:guide id="3" orient="horz" pos="6234">
          <p15:clr>
            <a:srgbClr val="FBAE40"/>
          </p15:clr>
        </p15:guide>
        <p15:guide id="4" orient="horz" pos="224">
          <p15:clr>
            <a:srgbClr val="FBAE40"/>
          </p15:clr>
        </p15:guide>
        <p15:guide id="5" pos="4875">
          <p15:clr>
            <a:srgbClr val="FBAE40"/>
          </p15:clr>
        </p15:guide>
        <p15:guide id="6" orient="horz" pos="5916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+ without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99BEEA86-642F-0E86-60E3-79E797E3A8F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3049" y="255587"/>
            <a:ext cx="5790867" cy="2952307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4200">
                <a:solidFill>
                  <a:schemeClr val="tx1"/>
                </a:solidFill>
                <a:latin typeface="Universal Sans Text" panose="02000000000000000000" pitchFamily="2" charset="0"/>
              </a:defRPr>
            </a:lvl1pPr>
          </a:lstStyle>
          <a:p>
            <a:pPr lvl="0"/>
            <a:r>
              <a:rPr lang="en-GB" dirty="0"/>
              <a:t>Title</a:t>
            </a:r>
            <a:endParaRPr lang="en-DE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E1D16D4-EC39-5C4D-F622-815EB3F465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3423" y="355600"/>
            <a:ext cx="11639290" cy="2868863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600">
                <a:solidFill>
                  <a:schemeClr val="bg1">
                    <a:lumMod val="50000"/>
                  </a:schemeClr>
                </a:solidFill>
                <a:latin typeface="Universal Sans Text" panose="02000000000000000000" pitchFamily="2" charset="0"/>
              </a:defRPr>
            </a:lvl1pPr>
          </a:lstStyle>
          <a:p>
            <a:pPr lvl="0"/>
            <a:r>
              <a:rPr lang="en-GB" dirty="0"/>
              <a:t>Body Copy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511476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6">
          <p15:clr>
            <a:srgbClr val="FBAE40"/>
          </p15:clr>
        </p15:guide>
        <p15:guide id="2" pos="11271">
          <p15:clr>
            <a:srgbClr val="FBAE40"/>
          </p15:clr>
        </p15:guide>
        <p15:guide id="3" orient="horz" pos="6234">
          <p15:clr>
            <a:srgbClr val="FBAE40"/>
          </p15:clr>
        </p15:guide>
        <p15:guide id="4" orient="horz" pos="224">
          <p15:clr>
            <a:srgbClr val="FBAE40"/>
          </p15:clr>
        </p15:guide>
        <p15:guide id="5" pos="4875">
          <p15:clr>
            <a:srgbClr val="FBAE40"/>
          </p15:clr>
        </p15:guide>
        <p15:guide id="6" orient="horz" pos="5916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+ Body+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99BEEA86-642F-0E86-60E3-79E797E3A8F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3049" y="255587"/>
            <a:ext cx="5790867" cy="2952307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4200" b="0" i="0">
                <a:solidFill>
                  <a:schemeClr val="tx1"/>
                </a:solidFill>
                <a:latin typeface="Universal Sans Text" panose="02000000000000000000" pitchFamily="2" charset="0"/>
              </a:defRPr>
            </a:lvl1pPr>
          </a:lstStyle>
          <a:p>
            <a:pPr lvl="0"/>
            <a:r>
              <a:rPr lang="en-GB" dirty="0"/>
              <a:t>Title</a:t>
            </a:r>
            <a:endParaRPr lang="en-DE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E1D16D4-EC39-5C4D-F622-815EB3F465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3423" y="355600"/>
            <a:ext cx="11639290" cy="2868863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600" b="0" i="0">
                <a:solidFill>
                  <a:schemeClr val="bg1">
                    <a:lumMod val="50000"/>
                  </a:schemeClr>
                </a:solidFill>
                <a:latin typeface="Universal Sans Text" panose="02000000000000000000" pitchFamily="2" charset="0"/>
              </a:defRPr>
            </a:lvl1pPr>
          </a:lstStyle>
          <a:p>
            <a:pPr lvl="0"/>
            <a:r>
              <a:rPr lang="en-GB" dirty="0"/>
              <a:t>Body Copy</a:t>
            </a:r>
            <a:endParaRPr lang="en-DE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8951CE40-0C0A-FB47-3E4C-B19DC8201D1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8775" y="3492707"/>
            <a:ext cx="17548226" cy="589113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  <a:latin typeface="Universal Sans Display" panose="02000000000000000000" pitchFamily="2" charset="0"/>
              </a:defRPr>
            </a:lvl1pPr>
          </a:lstStyle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214327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6">
          <p15:clr>
            <a:srgbClr val="FBAE40"/>
          </p15:clr>
        </p15:guide>
        <p15:guide id="2" pos="11271">
          <p15:clr>
            <a:srgbClr val="FBAE40"/>
          </p15:clr>
        </p15:guide>
        <p15:guide id="3" orient="horz" pos="6234">
          <p15:clr>
            <a:srgbClr val="FBAE40"/>
          </p15:clr>
        </p15:guide>
        <p15:guide id="4" orient="horz" pos="224">
          <p15:clr>
            <a:srgbClr val="FBAE40"/>
          </p15:clr>
        </p15:guide>
        <p15:guide id="5" pos="4875">
          <p15:clr>
            <a:srgbClr val="FBAE40"/>
          </p15:clr>
        </p15:guide>
        <p15:guide id="6" orient="horz" pos="5916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nk and white plaid&#10;&#10;Description automatically generated">
            <a:extLst>
              <a:ext uri="{FF2B5EF4-FFF2-40B4-BE49-F238E27FC236}">
                <a16:creationId xmlns:a16="http://schemas.microsoft.com/office/drawing/2014/main" id="{7501415F-C7B8-BB2D-1734-9EC93BC7DA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4743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7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610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  <p:sldLayoutId id="2147483686" r:id="rId20"/>
    <p:sldLayoutId id="2147483687" r:id="rId21"/>
    <p:sldLayoutId id="2147483688" r:id="rId22"/>
    <p:sldLayoutId id="2147483689" r:id="rId23"/>
    <p:sldLayoutId id="2147483690" r:id="rId24"/>
    <p:sldLayoutId id="2147483691" r:id="rId25"/>
    <p:sldLayoutId id="2147483692" r:id="rId26"/>
    <p:sldLayoutId id="2147483656" r:id="rId27"/>
  </p:sldLayoutIdLst>
  <p:hf hdr="0" dt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title-slide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4246" b="4246"/>
          <a:stretch>
            <a:fillRect/>
          </a:stretch>
        </p:blipFill>
        <p:spPr>
          <a:prstGeom prst="roundRect">
            <a:avLst>
              <a:gd name="adj" fmla="val 6000"/>
            </a:avLst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sz="3600" b="1" dirty="0">
                <a:solidFill>
                  <a:srgbClr val="171A20"/>
                </a:solidFill>
                <a:latin typeface="Universal Sans Display"/>
              </a:rPr>
              <a:t>Airframe</a:t>
            </a:r>
          </a:p>
          <a:p>
            <a:r>
              <a:rPr sz="1600" dirty="0">
                <a:solidFill>
                  <a:srgbClr val="171A20"/>
                </a:solidFill>
                <a:latin typeface="Universal Sans Display"/>
              </a:rPr>
              <a:t>Hackathon Challenge - IT / Network Engineering - Wireless Infrastructure</a:t>
            </a:r>
          </a:p>
        </p:txBody>
      </p:sp>
      <p:sp>
        <p:nvSpPr>
          <p:cNvPr id="5" name="_ws_nda"/>
          <p:cNvSpPr txBox="1"/>
          <p:nvPr/>
        </p:nvSpPr>
        <p:spPr>
          <a:xfrm>
            <a:off x="457200" y="9738360"/>
            <a:ext cx="69494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>
                <a:solidFill>
                  <a:srgbClr val="171A20"/>
                </a:solidFill>
                <a:latin typeface="Universal Sans Display"/>
              </a:rPr>
              <a:t>Proprietary and confidential, disclosed under NDA</a:t>
            </a:r>
          </a:p>
        </p:txBody>
      </p:sp>
      <p:sp>
        <p:nvSpPr>
          <p:cNvPr id="6" name="_ws_footer"/>
          <p:cNvSpPr txBox="1"/>
          <p:nvPr/>
        </p:nvSpPr>
        <p:spPr>
          <a:xfrm>
            <a:off x="5486400" y="973836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71A20"/>
                </a:solidFill>
                <a:latin typeface="Universal Sans Display"/>
              </a:rPr>
              <a:t>Copyright 2026 Tesla INC.</a:t>
            </a:r>
          </a:p>
        </p:txBody>
      </p:sp>
      <p:sp>
        <p:nvSpPr>
          <p:cNvPr id="7" name="_ws_page_number"/>
          <p:cNvSpPr txBox="1"/>
          <p:nvPr/>
        </p:nvSpPr>
        <p:spPr>
          <a:xfrm>
            <a:off x="16916400" y="9738360"/>
            <a:ext cx="914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171A20"/>
                </a:solidFill>
                <a:latin typeface="Universal Sans Display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dirty="0">
                <a:solidFill>
                  <a:srgbClr val="171A20"/>
                </a:solidFill>
                <a:latin typeface="Universal Sans Display"/>
              </a:rPr>
              <a:t>Challenge </a:t>
            </a:r>
            <a:r>
              <a:rPr lang="de-DE" sz="3600" b="1" dirty="0">
                <a:solidFill>
                  <a:srgbClr val="171A20"/>
                </a:solidFill>
                <a:latin typeface="Universal Sans Display"/>
              </a:rPr>
              <a:t>Airframe</a:t>
            </a:r>
            <a:endParaRPr sz="3600" b="1" dirty="0">
              <a:solidFill>
                <a:srgbClr val="171A20"/>
              </a:solidFill>
              <a:latin typeface="Universal Sans Display"/>
            </a:endParaRPr>
          </a:p>
        </p:txBody>
      </p:sp>
      <p:sp>
        <p:nvSpPr>
          <p:cNvPr id="3" name="_ws_lead_line"/>
          <p:cNvSpPr txBox="1"/>
          <p:nvPr/>
        </p:nvSpPr>
        <p:spPr>
          <a:xfrm>
            <a:off x="1257300" y="1847088"/>
            <a:ext cx="15773400" cy="457200"/>
          </a:xfrm>
          <a:prstGeom prst="rect">
            <a:avLst/>
          </a:prstGeom>
          <a:noFill/>
        </p:spPr>
        <p:txBody>
          <a:bodyPr wrap="square" lIns="76200" tIns="25400" rIns="76200" bIns="25400" anchor="t">
            <a:spAutoFit/>
          </a:bodyPr>
          <a:lstStyle/>
          <a:p>
            <a:pPr algn="l"/>
            <a:r>
              <a:rPr sz="1800" b="0" dirty="0">
                <a:solidFill>
                  <a:srgbClr val="171A20"/>
                </a:solidFill>
                <a:latin typeface="Universal Sans Display"/>
              </a:rPr>
              <a:t>Nearby sensors, overlapping air - find what is going wrong, and show it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2233078"/>
              </p:ext>
            </p:extLst>
          </p:nvPr>
        </p:nvGraphicFramePr>
        <p:xfrm>
          <a:off x="1257300" y="2395728"/>
          <a:ext cx="15773400" cy="4780076"/>
        </p:xfrm>
        <a:graphic>
          <a:graphicData uri="http://schemas.openxmlformats.org/drawingml/2006/table">
            <a:tbl>
              <a:tblPr/>
              <a:tblGrid>
                <a:gridCol w="788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7939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Universal Sans Display"/>
                        </a:rPr>
                        <a:t>Field</a:t>
                      </a:r>
                    </a:p>
                  </a:txBody>
                  <a:tcPr marL="101600" marR="101600" marT="50800" marB="50800" anchor="ctr">
                    <a:solidFill>
                      <a:srgbClr val="171A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Universal Sans Display"/>
                        </a:rPr>
                        <a:t>Details</a:t>
                      </a:r>
                    </a:p>
                  </a:txBody>
                  <a:tcPr marL="101600" marR="101600" marT="50800" marB="50800" anchor="ctr">
                    <a:solidFill>
                      <a:srgbClr val="171A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939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71A20"/>
                          </a:solidFill>
                          <a:latin typeface="Universal Sans Display"/>
                        </a:rPr>
                        <a:t>Challenge Title</a:t>
                      </a:r>
                    </a:p>
                  </a:txBody>
                  <a:tcPr marL="101600" marR="101600" marT="50800" marB="50800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71A20"/>
                          </a:solidFill>
                          <a:latin typeface="Universal Sans Display"/>
                        </a:rPr>
                        <a:t>Airframe</a:t>
                      </a:r>
                    </a:p>
                  </a:txBody>
                  <a:tcPr marL="101600" marR="101600" marT="50800" marB="50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939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71A20"/>
                          </a:solidFill>
                          <a:latin typeface="Universal Sans Display"/>
                        </a:rPr>
                        <a:t>Department / Owner</a:t>
                      </a:r>
                    </a:p>
                  </a:txBody>
                  <a:tcPr marL="101600" marR="101600" marT="50800" marB="50800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71A20"/>
                          </a:solidFill>
                          <a:latin typeface="Universal Sans Display"/>
                        </a:rPr>
                        <a:t>IT / Network Engineering - Wireless Infrastructure</a:t>
                      </a:r>
                    </a:p>
                  </a:txBody>
                  <a:tcPr marL="101600" marR="101600" marT="50800" marB="50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939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71A20"/>
                          </a:solidFill>
                          <a:latin typeface="Universal Sans Display"/>
                        </a:rPr>
                        <a:t>Background &amp; Context</a:t>
                      </a:r>
                    </a:p>
                  </a:txBody>
                  <a:tcPr marL="101600" marR="101600" marT="50800" marB="50800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71A20"/>
                          </a:solidFill>
                          <a:latin typeface="Universal Sans Display"/>
                        </a:rPr>
                        <a:t>Tesla campuses run dense wireless for production, tools, vehicles, employees, and IoT. A fleet of sensors captures 802.11 continuously. Captures are truncated to protocol headers (802.11 management/control and 802.1X/EAP) - payloads and layer-3 traffic are not visible. Sensors in the same area hear overlapping views of the same air, so the same client or event can appear in more than one capture.</a:t>
                      </a:r>
                    </a:p>
                  </a:txBody>
                  <a:tcPr marL="101600" marR="101600" marT="50800" marB="50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939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71A20"/>
                          </a:solidFill>
                          <a:latin typeface="Universal Sans Display"/>
                        </a:rPr>
                        <a:t>Problem Statement</a:t>
                      </a:r>
                    </a:p>
                  </a:txBody>
                  <a:tcPr marL="101600" marR="101600" marT="50800" marB="50800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71A20"/>
                          </a:solidFill>
                          <a:latin typeface="Universal Sans Display"/>
                        </a:rPr>
                        <a:t>From a set of related header-only captures, it is hard to see what is actually going wrong on the air: which clients are failing, where the channel is congested, and whether nearby sensors are looking at the same event. Failures hide as breaks in the 802.11 / 802.1X sequence, not as a single obvious frame.</a:t>
                      </a:r>
                    </a:p>
                  </a:txBody>
                  <a:tcPr marL="101600" marR="101600" marT="50800" marB="50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939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71A20"/>
                          </a:solidFill>
                          <a:latin typeface="Universal Sans Display"/>
                        </a:rPr>
                        <a:t>Goals / Objectives</a:t>
                      </a:r>
                    </a:p>
                  </a:txBody>
                  <a:tcPr marL="101600" marR="101600" marT="50800" marB="50800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71A20"/>
                          </a:solidFill>
                          <a:latin typeface="Universal Sans Display"/>
                        </a:rPr>
                        <a:t>Ingest the provided captures into a pipeline (how is up to the team). Use them to find wireless issues. Cross-compare captures from nearby sensors. Present findings in a dashboard - graphs, events, or similar; the form is up to the team.</a:t>
                      </a:r>
                    </a:p>
                  </a:txBody>
                  <a:tcPr marL="101600" marR="101600" marT="50800" marB="50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939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71A20"/>
                          </a:solidFill>
                          <a:latin typeface="Universal Sans Display"/>
                        </a:rPr>
                        <a:t>Data &amp; Tools Provided</a:t>
                      </a:r>
                    </a:p>
                  </a:txBody>
                  <a:tcPr marL="101600" marR="101600" marT="50800" marB="50800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71A20"/>
                          </a:solidFill>
                          <a:latin typeface="Universal Sans Display"/>
                        </a:rPr>
                        <a:t>A set of header-only pcaps taken from different sensors in the same area, with some relationship between them. Wireshark/tshark, Python, and libraries on the hackathon image. How the files are fed into the pipeline is up to the team.</a:t>
                      </a:r>
                    </a:p>
                  </a:txBody>
                  <a:tcPr marL="101600" marR="101600" marT="50800" marB="50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939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71A20"/>
                          </a:solidFill>
                          <a:latin typeface="Universal Sans Display"/>
                        </a:rPr>
                        <a:t>Constraints / Out of Scope</a:t>
                      </a:r>
                    </a:p>
                  </a:txBody>
                  <a:tcPr marL="101600" marR="101600" marT="50800" marB="50800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71A20"/>
                          </a:solidFill>
                          <a:latin typeface="Universal Sans Display"/>
                        </a:rPr>
                        <a:t>See the last slide. In short: header-only analysis, no transmitting on the air, no payload or layer-3 inspection.</a:t>
                      </a:r>
                    </a:p>
                  </a:txBody>
                  <a:tcPr marL="101600" marR="101600" marT="50800" marB="50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7939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71A20"/>
                          </a:solidFill>
                          <a:latin typeface="Universal Sans Display"/>
                        </a:rPr>
                        <a:t>Expected Deliverable</a:t>
                      </a:r>
                    </a:p>
                  </a:txBody>
                  <a:tcPr marL="101600" marR="101600" marT="50800" marB="50800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71A20"/>
                          </a:solidFill>
                          <a:latin typeface="Universal Sans Display"/>
                        </a:rPr>
                        <a:t>A working prototype that reads the captures, surfaces issues, uses more than one sensor view where it helps, and shows findings on a dashboard. A short pitch. Optional extra: a design (not a build) for doing this at the scale of thousands of sensors and access points.</a:t>
                      </a:r>
                    </a:p>
                  </a:txBody>
                  <a:tcPr marL="101600" marR="101600" marT="50800" marB="50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_ws_nda"/>
          <p:cNvSpPr txBox="1"/>
          <p:nvPr/>
        </p:nvSpPr>
        <p:spPr>
          <a:xfrm>
            <a:off x="457200" y="9738360"/>
            <a:ext cx="69494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>
                <a:solidFill>
                  <a:srgbClr val="171A20"/>
                </a:solidFill>
                <a:latin typeface="Universal Sans Display"/>
              </a:rPr>
              <a:t>Proprietary and confidential, disclosed under NDA</a:t>
            </a:r>
          </a:p>
        </p:txBody>
      </p:sp>
      <p:sp>
        <p:nvSpPr>
          <p:cNvPr id="6" name="_ws_footer"/>
          <p:cNvSpPr txBox="1"/>
          <p:nvPr/>
        </p:nvSpPr>
        <p:spPr>
          <a:xfrm>
            <a:off x="5486400" y="973836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71A20"/>
                </a:solidFill>
                <a:latin typeface="Universal Sans Display"/>
              </a:rPr>
              <a:t>Copyright 2026 Tesla INC.</a:t>
            </a:r>
          </a:p>
        </p:txBody>
      </p:sp>
      <p:sp>
        <p:nvSpPr>
          <p:cNvPr id="7" name="_ws_page_number"/>
          <p:cNvSpPr txBox="1"/>
          <p:nvPr/>
        </p:nvSpPr>
        <p:spPr>
          <a:xfrm>
            <a:off x="16916400" y="9738360"/>
            <a:ext cx="914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171A20"/>
                </a:solidFill>
                <a:latin typeface="Universal Sans Display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dirty="0">
                <a:solidFill>
                  <a:srgbClr val="171A20"/>
                </a:solidFill>
                <a:latin typeface="Universal Sans Display"/>
              </a:rPr>
              <a:t>Same floor, many vantage points</a:t>
            </a:r>
          </a:p>
        </p:txBody>
      </p:sp>
      <p:sp>
        <p:nvSpPr>
          <p:cNvPr id="3" name="_ws_lead_line"/>
          <p:cNvSpPr txBox="1"/>
          <p:nvPr/>
        </p:nvSpPr>
        <p:spPr>
          <a:xfrm>
            <a:off x="1257300" y="1847088"/>
            <a:ext cx="157734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71A20"/>
                </a:solidFill>
                <a:latin typeface="Universal Sans Display"/>
              </a:rPr>
              <a:t>We share multiple pcaps of the same area, each from a different sensor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73836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71A20"/>
                </a:solidFill>
                <a:latin typeface="Universal Sans Display"/>
              </a:rPr>
              <a:t>Proprietary and confidential, disclosed under 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9738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71A20"/>
                </a:solidFill>
                <a:latin typeface="Universal Sans Display"/>
              </a:rPr>
              <a:t>Copyright 2026 Tesla INC.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0" y="9738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71A20"/>
                </a:solidFill>
                <a:latin typeface="Universal Sans Display"/>
              </a:rPr>
              <a:t>3</a:t>
            </a:r>
          </a:p>
        </p:txBody>
      </p:sp>
      <p:pic>
        <p:nvPicPr>
          <p:cNvPr id="7" name="Picture 6" descr="airframe_floorplan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60000"/>
            <a:ext cx="17373600" cy="7418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dirty="0">
                <a:solidFill>
                  <a:srgbClr val="171A20"/>
                </a:solidFill>
                <a:latin typeface="Universal Sans Display"/>
              </a:rPr>
              <a:t>What to look for</a:t>
            </a:r>
          </a:p>
        </p:txBody>
      </p:sp>
      <p:sp>
        <p:nvSpPr>
          <p:cNvPr id="3" name="_ws_lead_line"/>
          <p:cNvSpPr txBox="1"/>
          <p:nvPr/>
        </p:nvSpPr>
        <p:spPr>
          <a:xfrm>
            <a:off x="1257300" y="1847088"/>
            <a:ext cx="157734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71A20"/>
                </a:solidFill>
                <a:latin typeface="Universal Sans Display"/>
              </a:rPr>
              <a:t>Examples - not a checklist. Use the captures, and use more than one sensor when the views overlap.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73836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71A20"/>
                </a:solidFill>
                <a:latin typeface="Universal Sans Display"/>
              </a:rPr>
              <a:t>Proprietary and confidential, disclosed under 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9738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71A20"/>
                </a:solidFill>
                <a:latin typeface="Universal Sans Display"/>
              </a:rPr>
              <a:t>Copyright 2026 Tesla INC.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0" y="9738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71A20"/>
                </a:solidFill>
                <a:latin typeface="Universal Sans Display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257300" y="2395728"/>
          <a:ext cx="15773400" cy="5199999"/>
        </p:xfrm>
        <a:graphic>
          <a:graphicData uri="http://schemas.openxmlformats.org/drawingml/2006/table">
            <a:tbl>
              <a:tblPr/>
              <a:tblGrid>
                <a:gridCol w="788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2857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Universal Sans Display"/>
                        </a:rPr>
                        <a:t>Example</a:t>
                      </a:r>
                    </a:p>
                  </a:txBody>
                  <a:tcPr marL="101600" marR="101600" marT="50800" marB="50800" anchor="ctr">
                    <a:solidFill>
                      <a:srgbClr val="171A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Universal Sans Display"/>
                        </a:rPr>
                        <a:t>What it can look like in the captures</a:t>
                      </a:r>
                    </a:p>
                  </a:txBody>
                  <a:tcPr marL="101600" marR="101600" marT="50800" marB="50800" anchor="ctr">
                    <a:solidFill>
                      <a:srgbClr val="171A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85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1A20"/>
                          </a:solidFill>
                          <a:latin typeface="Universal Sans Display"/>
                        </a:rPr>
                        <a:t>Join / auth / association</a:t>
                      </a:r>
                    </a:p>
                  </a:txBody>
                  <a:tcPr marL="101600" marR="101600" marT="50800" marB="50800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1A20"/>
                          </a:solidFill>
                          <a:latin typeface="Universal Sans Display"/>
                        </a:rPr>
                        <a:t>A client that never completes authentication or association - reject, timeout, or the sequence stops mid-flow.</a:t>
                      </a:r>
                    </a:p>
                  </a:txBody>
                  <a:tcPr marL="101600" marR="101600" marT="50800" marB="50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85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1A20"/>
                          </a:solidFill>
                          <a:latin typeface="Universal Sans Display"/>
                        </a:rPr>
                        <a:t>802.1X / EAP and 4-way handshake</a:t>
                      </a:r>
                    </a:p>
                  </a:txBody>
                  <a:tcPr marL="101600" marR="101600" marT="50800" marB="50800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1A20"/>
                          </a:solidFill>
                          <a:latin typeface="Universal Sans Display"/>
                        </a:rPr>
                        <a:t>EAP failure or timeout; 4-way handshake that stalls, misses EAPOL M1-M4, or fails MIC. Visible from headers; the data payload after this is not in the capture.</a:t>
                      </a:r>
                    </a:p>
                  </a:txBody>
                  <a:tcPr marL="101600" marR="101600" marT="50800" marB="50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85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1A20"/>
                          </a:solidFill>
                          <a:latin typeface="Universal Sans Display"/>
                        </a:rPr>
                        <a:t>Roam vs deauth loop</a:t>
                      </a:r>
                    </a:p>
                  </a:txBody>
                  <a:tcPr marL="101600" marR="101600" marT="50800" marB="50800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1A20"/>
                          </a:solidFill>
                          <a:latin typeface="Universal Sans Display"/>
                        </a:rPr>
                        <a:t>A single deauthentication as part of a normal roam is expected. A client bouncing in a deauth/disassoc loop is not. Nearby sensors may each see part of the same roam.</a:t>
                      </a:r>
                    </a:p>
                  </a:txBody>
                  <a:tcPr marL="101600" marR="101600" marT="50800" marB="50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85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1A20"/>
                          </a:solidFill>
                          <a:latin typeface="Universal Sans Display"/>
                        </a:rPr>
                        <a:t>Retries, missing ACKs, congestion</a:t>
                      </a:r>
                    </a:p>
                  </a:txBody>
                  <a:tcPr marL="101600" marR="101600" marT="50800" marB="50800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1A20"/>
                          </a:solidFill>
                          <a:latin typeface="Universal Sans Display"/>
                        </a:rPr>
                        <a:t>High retry rates or missing ACKs visible from 802.11 headers; many clients contending; overlapping BSS. A sensor only sees the channel it was capturing on - nearby sensors may be on different channels.</a:t>
                      </a:r>
                    </a:p>
                  </a:txBody>
                  <a:tcPr marL="101600" marR="101600" marT="50800" marB="50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85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1A20"/>
                          </a:solidFill>
                          <a:latin typeface="Universal Sans Display"/>
                        </a:rPr>
                        <a:t>Storms and sticky clients</a:t>
                      </a:r>
                    </a:p>
                  </a:txBody>
                  <a:tcPr marL="101600" marR="101600" marT="50800" marB="50800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1A20"/>
                          </a:solidFill>
                          <a:latin typeface="Universal Sans Display"/>
                        </a:rPr>
                        <a:t>Probe or authentication bursts; a client that stays on a weak AP and keeps failing. Cross-check the same MAC across pcaps from the same floor.</a:t>
                      </a:r>
                    </a:p>
                  </a:txBody>
                  <a:tcPr marL="101600" marR="101600" marT="50800" marB="50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285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1A20"/>
                          </a:solidFill>
                          <a:latin typeface="Universal Sans Display"/>
                        </a:rPr>
                        <a:t>Same event, two sensors</a:t>
                      </a:r>
                    </a:p>
                  </a:txBody>
                  <a:tcPr marL="101600" marR="101600" marT="50800" marB="50800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1A20"/>
                          </a:solidFill>
                          <a:latin typeface="Universal Sans Display"/>
                        </a:rPr>
                        <a:t>A client roam or a failing join may be split across nearby pcaps. Sensors in the same area do not necessarily share a channel, so use overlap on the same clients and APs where it exists, and treat one client as one finding.</a:t>
                      </a:r>
                    </a:p>
                  </a:txBody>
                  <a:tcPr marL="101600" marR="101600" marT="50800" marB="50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dirty="0">
                <a:solidFill>
                  <a:srgbClr val="171A20"/>
                </a:solidFill>
                <a:latin typeface="Universal Sans Display"/>
              </a:rPr>
              <a:t>Extra: design at scale</a:t>
            </a:r>
          </a:p>
        </p:txBody>
      </p:sp>
      <p:sp>
        <p:nvSpPr>
          <p:cNvPr id="3" name="_ws_lead_line"/>
          <p:cNvSpPr txBox="1"/>
          <p:nvPr/>
        </p:nvSpPr>
        <p:spPr>
          <a:xfrm>
            <a:off x="1257300" y="1847088"/>
            <a:ext cx="157734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71A20"/>
                </a:solidFill>
                <a:latin typeface="Universal Sans Display"/>
              </a:rPr>
              <a:t>Optional, and design only - do not build this during the hackathon.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73836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71A20"/>
                </a:solidFill>
                <a:latin typeface="Universal Sans Display"/>
              </a:rPr>
              <a:t>Proprietary and confidential, disclosed under 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9738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71A20"/>
                </a:solidFill>
                <a:latin typeface="Universal Sans Display"/>
              </a:rPr>
              <a:t>Copyright 2026 Tesla INC.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0" y="9738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71A20"/>
                </a:solidFill>
                <a:latin typeface="Universal Sans Display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257300" y="2395728"/>
          <a:ext cx="15773400" cy="5199996"/>
        </p:xfrm>
        <a:graphic>
          <a:graphicData uri="http://schemas.openxmlformats.org/drawingml/2006/table">
            <a:tbl>
              <a:tblPr/>
              <a:tblGrid>
                <a:gridCol w="788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666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Universal Sans Display"/>
                        </a:rPr>
                        <a:t>Field</a:t>
                      </a:r>
                    </a:p>
                  </a:txBody>
                  <a:tcPr marL="101600" marR="101600" marT="50800" marB="50800" anchor="ctr">
                    <a:solidFill>
                      <a:srgbClr val="171A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Universal Sans Display"/>
                        </a:rPr>
                        <a:t>Details</a:t>
                      </a:r>
                    </a:p>
                  </a:txBody>
                  <a:tcPr marL="101600" marR="101600" marT="50800" marB="50800" anchor="ctr">
                    <a:solidFill>
                      <a:srgbClr val="171A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666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1A20"/>
                          </a:solidFill>
                          <a:latin typeface="Universal Sans Display"/>
                        </a:rPr>
                        <a:t>What this extra is</a:t>
                      </a:r>
                    </a:p>
                  </a:txBody>
                  <a:tcPr marL="101600" marR="101600" marT="50800" marB="50800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1A20"/>
                          </a:solidFill>
                          <a:latin typeface="Universal Sans Display"/>
                        </a:rPr>
                        <a:t>If the prototype works on the provided captures, the next step is to design - on paper or in the pitch - a platform that could do the same job with thousands of sensors and access points. Do not implement it.</a:t>
                      </a:r>
                    </a:p>
                  </a:txBody>
                  <a:tcPr marL="101600" marR="101600" marT="50800" marB="50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666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1A20"/>
                          </a:solidFill>
                          <a:latin typeface="Universal Sans Display"/>
                        </a:rPr>
                        <a:t>Ingestion</a:t>
                      </a:r>
                    </a:p>
                  </a:txBody>
                  <a:tcPr marL="101600" marR="101600" marT="50800" marB="50800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1A20"/>
                          </a:solidFill>
                          <a:latin typeface="Universal Sans Display"/>
                        </a:rPr>
                        <a:t>How captures (or capture streams) would arrive from a large sensor fleet, be identified by sensor, and land in the pipeline without dropping or mixing sites.</a:t>
                      </a:r>
                    </a:p>
                  </a:txBody>
                  <a:tcPr marL="101600" marR="101600" marT="50800" marB="50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666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1A20"/>
                          </a:solidFill>
                          <a:latin typeface="Universal Sans Display"/>
                        </a:rPr>
                        <a:t>Throughput and fan-in</a:t>
                      </a:r>
                    </a:p>
                  </a:txBody>
                  <a:tcPr marL="101600" marR="101600" marT="50800" marB="50800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1A20"/>
                          </a:solidFill>
                          <a:latin typeface="Universal Sans Display"/>
                        </a:rPr>
                        <a:t>Header-only frames still add up. Think about volume, backpressure, how much you keep vs discard, and how overlapping sensors in one area are correlated without storing everything twice.</a:t>
                      </a:r>
                    </a:p>
                  </a:txBody>
                  <a:tcPr marL="101600" marR="101600" marT="50800" marB="50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666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1A20"/>
                          </a:solidFill>
                          <a:latin typeface="Universal Sans Display"/>
                        </a:rPr>
                        <a:t>Sensor lifecycle</a:t>
                      </a:r>
                    </a:p>
                  </a:txBody>
                  <a:tcPr marL="101600" marR="101600" marT="50800" marB="50800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1A20"/>
                          </a:solidFill>
                          <a:latin typeface="Universal Sans Display"/>
                        </a:rPr>
                        <a:t>How a sensor is added, identified, and retired; how you know it is alive, silent, or falling behind; how firmware or config would be handled. The laptop demo does not have to run any of this.</a:t>
                      </a:r>
                    </a:p>
                  </a:txBody>
                  <a:tcPr marL="101600" marR="101600" marT="50800" marB="50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666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1A20"/>
                          </a:solidFill>
                          <a:latin typeface="Universal Sans Display"/>
                        </a:rPr>
                        <a:t>What we want to see</a:t>
                      </a:r>
                    </a:p>
                  </a:txBody>
                  <a:tcPr marL="101600" marR="101600" marT="50800" marB="50800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1A20"/>
                          </a:solidFill>
                          <a:latin typeface="Universal Sans Display"/>
                        </a:rPr>
                        <a:t>A clear architecture sketch and the trade-offs you chose. The stack is yours to propose. There is no prescribed design.</a:t>
                      </a:r>
                    </a:p>
                  </a:txBody>
                  <a:tcPr marL="101600" marR="101600" marT="50800" marB="50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dirty="0">
                <a:solidFill>
                  <a:srgbClr val="171A20"/>
                </a:solidFill>
                <a:latin typeface="Universal Sans Display"/>
              </a:rPr>
              <a:t>Out of scope and limitations</a:t>
            </a:r>
          </a:p>
        </p:txBody>
      </p:sp>
      <p:sp>
        <p:nvSpPr>
          <p:cNvPr id="3" name="_ws_lead_line"/>
          <p:cNvSpPr txBox="1"/>
          <p:nvPr/>
        </p:nvSpPr>
        <p:spPr>
          <a:xfrm>
            <a:off x="1257300" y="1847088"/>
            <a:ext cx="157734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71A20"/>
                </a:solidFill>
                <a:latin typeface="Universal Sans Display"/>
              </a:rPr>
              <a:t>What not to do. Analysis stays on the captures you are given.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73836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71A20"/>
                </a:solidFill>
                <a:latin typeface="Universal Sans Display"/>
              </a:rPr>
              <a:t>Proprietary and confidential, disclosed under 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9738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71A20"/>
                </a:solidFill>
                <a:latin typeface="Universal Sans Display"/>
              </a:rPr>
              <a:t>Copyright 2026 Tesla INC.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0" y="9738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71A20"/>
                </a:solidFill>
                <a:latin typeface="Universal Sans Display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257300" y="2395728"/>
          <a:ext cx="15773400" cy="5199996"/>
        </p:xfrm>
        <a:graphic>
          <a:graphicData uri="http://schemas.openxmlformats.org/drawingml/2006/table">
            <a:tbl>
              <a:tblPr/>
              <a:tblGrid>
                <a:gridCol w="788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666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Universal Sans Display"/>
                        </a:rPr>
                        <a:t>Field</a:t>
                      </a:r>
                    </a:p>
                  </a:txBody>
                  <a:tcPr marL="101600" marR="101600" marT="50800" marB="50800" anchor="ctr">
                    <a:solidFill>
                      <a:srgbClr val="171A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Universal Sans Display"/>
                        </a:rPr>
                        <a:t>Details</a:t>
                      </a:r>
                    </a:p>
                  </a:txBody>
                  <a:tcPr marL="101600" marR="101600" marT="50800" marB="50800" anchor="ctr">
                    <a:solidFill>
                      <a:srgbClr val="171A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666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1A20"/>
                          </a:solidFill>
                          <a:latin typeface="Universal Sans Display"/>
                        </a:rPr>
                        <a:t>Out of scope</a:t>
                      </a:r>
                    </a:p>
                  </a:txBody>
                  <a:tcPr marL="101600" marR="101600" marT="50800" marB="50800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1A20"/>
                          </a:solidFill>
                          <a:latin typeface="Universal Sans Display"/>
                        </a:rPr>
                        <a:t>No access to production controllers, access points, or sensors. No transmitting on the air. No changes to campus Wi-Fi. Do not build an access point, a wireless network, or a controller.</a:t>
                      </a:r>
                    </a:p>
                  </a:txBody>
                  <a:tcPr marL="101600" marR="101600" marT="50800" marB="50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666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1A20"/>
                          </a:solidFill>
                          <a:latin typeface="Universal Sans Display"/>
                        </a:rPr>
                        <a:t>What you cannot see</a:t>
                      </a:r>
                    </a:p>
                  </a:txBody>
                  <a:tcPr marL="101600" marR="101600" marT="50800" marB="50800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1A20"/>
                          </a:solidFill>
                          <a:latin typeface="Universal Sans Display"/>
                        </a:rPr>
                        <a:t>Captures are truncated to 802.11 management/control and 802.1X/EAP. Encrypted data payloads are not there. Layer-3 and above (DHCP, DNS, ARP, application traffic) is out of scope. Do not assume payload visibility.</a:t>
                      </a:r>
                    </a:p>
                  </a:txBody>
                  <a:tcPr marL="101600" marR="101600" marT="50800" marB="50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666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1A20"/>
                          </a:solidFill>
                          <a:latin typeface="Universal Sans Display"/>
                        </a:rPr>
                        <a:t>Limitations</a:t>
                      </a:r>
                    </a:p>
                  </a:txBody>
                  <a:tcPr marL="101600" marR="101600" marT="50800" marB="50800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1A20"/>
                          </a:solidFill>
                          <a:latin typeface="Universal Sans Display"/>
                        </a:rPr>
                        <a:t>Work from the files provided. Do not remove captures from the approved environment. MAC addresses, EAP identities, and SSIDs are sensitive - mask or hash them in the dashboard and in the pitch.</a:t>
                      </a:r>
                    </a:p>
                  </a:txBody>
                  <a:tcPr marL="101600" marR="101600" marT="50800" marB="50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666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1A20"/>
                          </a:solidFill>
                          <a:latin typeface="Universal Sans Display"/>
                        </a:rPr>
                        <a:t>Scale extra</a:t>
                      </a:r>
                    </a:p>
                  </a:txBody>
                  <a:tcPr marL="101600" marR="101600" marT="50800" marB="50800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1A20"/>
                          </a:solidFill>
                          <a:latin typeface="Universal Sans Display"/>
                        </a:rPr>
                        <a:t>The scalable platform is a design exercise only. Do not try to run thousands of sensors on a laptop. The on-site demo is the prototype on the provided captures.</a:t>
                      </a:r>
                    </a:p>
                  </a:txBody>
                  <a:tcPr marL="101600" marR="101600" marT="50800" marB="50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666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1A20"/>
                          </a:solidFill>
                          <a:latin typeface="Universal Sans Display"/>
                        </a:rPr>
                        <a:t>Judgment</a:t>
                      </a:r>
                    </a:p>
                  </a:txBody>
                  <a:tcPr marL="101600" marR="101600" marT="50800" marB="50800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1A20"/>
                          </a:solidFill>
                          <a:latin typeface="Universal Sans Display"/>
                        </a:rPr>
                        <a:t>Expected protocol behavior (for example a normal roam deauthentication) is not a failure. The same client seen by more than one nearby sensor is one event, not three incidents.</a:t>
                      </a:r>
                    </a:p>
                  </a:txBody>
                  <a:tcPr marL="101600" marR="101600" marT="50800" marB="50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0ee663d-2883-41dd-9b63-9cab4596603b">
      <Terms xmlns="http://schemas.microsoft.com/office/infopath/2007/PartnerControls"/>
    </lcf76f155ced4ddcb4097134ff3c332f>
    <TaxCatchAll xmlns="81eacc0d-c3ae-455a-8a7d-387da33d6ea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135F7D42C3394FA83B0C987BA3773B" ma:contentTypeVersion="19" ma:contentTypeDescription="Create a new document." ma:contentTypeScope="" ma:versionID="0b585b38e39f4e6ad769d37dbb5029b4">
  <xsd:schema xmlns:xsd="http://www.w3.org/2001/XMLSchema" xmlns:xs="http://www.w3.org/2001/XMLSchema" xmlns:p="http://schemas.microsoft.com/office/2006/metadata/properties" xmlns:ns2="40ee663d-2883-41dd-9b63-9cab4596603b" xmlns:ns3="81eacc0d-c3ae-455a-8a7d-387da33d6ea3" targetNamespace="http://schemas.microsoft.com/office/2006/metadata/properties" ma:root="true" ma:fieldsID="1eddc505fa476b4db9b9da9c4ddeafee" ns2:_="" ns3:_="">
    <xsd:import namespace="40ee663d-2883-41dd-9b63-9cab4596603b"/>
    <xsd:import namespace="81eacc0d-c3ae-455a-8a7d-387da33d6ea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ee663d-2883-41dd-9b63-9cab459660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b48d5eed-a5e6-448b-9e49-2d3e057aa1c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eacc0d-c3ae-455a-8a7d-387da33d6ea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bcadbfe-176b-490b-aa7c-172a761d94dc}" ma:internalName="TaxCatchAll" ma:showField="CatchAllData" ma:web="81eacc0d-c3ae-455a-8a7d-387da33d6ea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77110D0-7D22-40AD-8738-6740BEC0A3A6}">
  <ds:schemaRefs>
    <ds:schemaRef ds:uri="http://schemas.microsoft.com/office/2006/metadata/properties"/>
    <ds:schemaRef ds:uri="http://schemas.microsoft.com/office/infopath/2007/PartnerControls"/>
    <ds:schemaRef ds:uri="40ee663d-2883-41dd-9b63-9cab4596603b"/>
    <ds:schemaRef ds:uri="81eacc0d-c3ae-455a-8a7d-387da33d6ea3"/>
  </ds:schemaRefs>
</ds:datastoreItem>
</file>

<file path=customXml/itemProps2.xml><?xml version="1.0" encoding="utf-8"?>
<ds:datastoreItem xmlns:ds="http://schemas.openxmlformats.org/officeDocument/2006/customXml" ds:itemID="{39781F86-5764-4AE5-9766-8A84D4CA5D9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A5202F4-C002-4E6B-94E3-AE83C7D8B4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0ee663d-2883-41dd-9b63-9cab4596603b"/>
    <ds:schemaRef ds:uri="81eacc0d-c3ae-455a-8a7d-387da33d6ea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</TotalTime>
  <Words>1169</Words>
  <Application>Microsoft Office PowerPoint</Application>
  <PresentationFormat>Custom</PresentationFormat>
  <Paragraphs>87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2013 - 2022 Theme</vt:lpstr>
      <vt:lpstr>PowerPoint Presentation</vt:lpstr>
      <vt:lpstr>Challenge Airframe</vt:lpstr>
      <vt:lpstr>Same floor, many vantage points</vt:lpstr>
      <vt:lpstr>What to look for</vt:lpstr>
      <vt:lpstr>Extra: design at scale</vt:lpstr>
      <vt:lpstr>Out of scope and limitations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Alessandro Ceccarini</cp:lastModifiedBy>
  <cp:revision>8</cp:revision>
  <dcterms:created xsi:type="dcterms:W3CDTF">2024-07-02T14:07:30Z</dcterms:created>
  <dcterms:modified xsi:type="dcterms:W3CDTF">2026-09-08T10:09:30Z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2d06e56-1756-4005-87f1-1edc72dd4bdf_Enabled">
    <vt:lpwstr>true</vt:lpwstr>
  </property>
  <property fmtid="{D5CDD505-2E9C-101B-9397-08002B2CF9AE}" pid="3" name="MSIP_Label_52d06e56-1756-4005-87f1-1edc72dd4bdf_SetDate">
    <vt:lpwstr>2024-07-02T14:50:14Z</vt:lpwstr>
  </property>
  <property fmtid="{D5CDD505-2E9C-101B-9397-08002B2CF9AE}" pid="4" name="MSIP_Label_52d06e56-1756-4005-87f1-1edc72dd4bdf_Method">
    <vt:lpwstr>Standard</vt:lpwstr>
  </property>
  <property fmtid="{D5CDD505-2E9C-101B-9397-08002B2CF9AE}" pid="5" name="MSIP_Label_52d06e56-1756-4005-87f1-1edc72dd4bdf_Name">
    <vt:lpwstr>General</vt:lpwstr>
  </property>
  <property fmtid="{D5CDD505-2E9C-101B-9397-08002B2CF9AE}" pid="6" name="MSIP_Label_52d06e56-1756-4005-87f1-1edc72dd4bdf_SiteId">
    <vt:lpwstr>9026c5f4-86d0-4b9f-bd39-b7d4d0fb4674</vt:lpwstr>
  </property>
  <property fmtid="{D5CDD505-2E9C-101B-9397-08002B2CF9AE}" pid="7" name="MSIP_Label_52d06e56-1756-4005-87f1-1edc72dd4bdf_ActionId">
    <vt:lpwstr>68977d60-fd61-4985-8418-472143b83e71</vt:lpwstr>
  </property>
  <property fmtid="{D5CDD505-2E9C-101B-9397-08002B2CF9AE}" pid="8" name="MSIP_Label_52d06e56-1756-4005-87f1-1edc72dd4bdf_ContentBits">
    <vt:lpwstr>0</vt:lpwstr>
  </property>
  <property fmtid="{D5CDD505-2E9C-101B-9397-08002B2CF9AE}" pid="9" name="ContentTypeId">
    <vt:lpwstr>0x0101005B135F7D42C3394FA83B0C987BA3773B</vt:lpwstr>
  </property>
</Properties>
</file>